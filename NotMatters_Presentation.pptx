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66092"/>
                </a:solidFill>
              </a:rPr>
              <a:t>事项提示器（NotMatters）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48DD4"/>
                </a:solidFill>
              </a:rPr>
              <a:t>基于Django的任务管理和提醒系统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版本: 1.0.0 | 2026-04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66092"/>
                </a:solidFill>
              </a:rPr>
              <a:t>项目概述 &amp; 技术栈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项目介绍
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事项提示器是一个基于Django的任务管理和提醒系统，提供实时提醒、任务管理、统计分析等功能，帮助用户提高工作效率。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48DD4"/>
                </a:solidFill>
              </a:rPr>
              <a:t>技术栈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前端: HTML5, CSS3, Bootstrap 5, Chart.js, WebSocket
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后端: Django 5.2.3, Python 3.11+, Django Channels, Daphne
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数据库: MySQL | 认证: JWT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66092"/>
                </a:solidFill>
              </a:rPr>
              <a:t>核心功能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1. 用户管理
</a:t>
            </a:r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   注册登录、JWT认证、头像上传、账户切换
</a:t>
            </a:r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2. 任务管理
</a:t>
            </a:r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   创建编辑删除、优先级/状态/标签管理、进度节点
</a:t>
            </a:r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3. 提醒系统
</a:t>
            </a:r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   WebSocket实时提醒、多种周期、音效设置、邮件提醒
</a:t>
            </a:r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4. 统计分析 &amp; 数据导出
</a:t>
            </a:r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   任务统计、Chart.js可视化、CSV/JSON/Excel导出
</a:t>
            </a:r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5. 个性化设置
</a:t>
            </a:r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   主题/语言切换、音量/响铃时长、日期时间设置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66092"/>
                </a:solidFill>
              </a:rPr>
              <a:t>数据库设计 &amp; 项目结构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8DD4"/>
                </a:solidFill>
              </a:rPr>
              <a:t>数据库模型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• User: Django内置用户模型
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• UserProfile: 头像、提醒音效
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• Task: 标题、描述、优先级、截止时间、状态、提醒时间、提醒周期、标签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8DD4"/>
                </a:solidFill>
              </a:rPr>
              <a:t>项目结构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846320" y="164592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NotMatters/
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├── NotMatters/ (配置)
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├── task_reminder/ (应用)
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├── templates/ (模板)
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├── static/ (静态文件)
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├── manage.py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66092"/>
                </a:solidFill>
              </a:rPr>
              <a:t>安装部署 &amp; 使用指南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8DD4"/>
                </a:solidFill>
              </a:rPr>
              <a:t>安装部署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1. Python 3.11+, MySQL 5.7+
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2. 克隆项目，安装依赖: pip install -r requirements.txt
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3. 配置数据库，执行迁移: python manage.py migrate
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4. 运行: daphne NotMatters.asgi:application (支持WebSocket)
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5. 访问 http://localhost:8000/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8DD4"/>
                </a:solidFill>
              </a:rPr>
              <a:t>使用步骤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注册登录 → 添加任务 → 设置提醒 → 查看统计 → 个性化设置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66092"/>
                </a:solidFill>
              </a:rPr>
              <a:t>管理员功能 &amp; 技术特点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8DD4"/>
                </a:solidFill>
              </a:rPr>
              <a:t>管理员功能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• 超级用户登录
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• 查看总用户数
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• 系统任务完成率
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• 用户任务分布
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• 任务完成趋势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48DD4"/>
                </a:solidFill>
              </a:rPr>
              <a:t>技术特点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846320" y="1645920"/>
            <a:ext cx="3840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• WebSocket实时提醒
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• 响应式设计
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• 国际化支持
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• 数据可视化
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• JWT安全认证
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• 模块化设计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66092"/>
                </a:solidFill>
              </a:rPr>
              <a:t>项目总结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事项提示器（NotMatters）是一个功能完整的任务管理和提醒系统，具有以下优势：
</a:t>
            </a:r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• 实时提醒，确保任务不会被遗忘
</a:t>
            </a:r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• 全面的任务管理功能
</a:t>
            </a:r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• 丰富的统计分析和数据导出
</a:t>
            </a:r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• 个性化设置，良好用户体验
</a:t>
            </a:r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• 响应式设计，适配不同设备
</a:t>
            </a:r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• 国际化支持，中英文切换
</a:t>
            </a:r>
            <a:pPr indent="0" marL="0">
              <a:lnSpc>
                <a:spcPts val="130"/>
              </a:lnSpc>
              <a:buNone/>
            </a:pPr>
            <a:endParaRPr lang="en-US" sz="1100" dirty="0"/>
          </a:p>
          <a:p>
            <a:pPr indent="0" marL="0">
              <a:lnSpc>
                <a:spcPts val="130"/>
              </a:lnSpc>
              <a:buNone/>
            </a:pPr>
            <a:r>
              <a:rPr lang="en-US" sz="1100" dirty="0">
                <a:solidFill>
                  <a:srgbClr val="000000"/>
                </a:solidFill>
              </a:rPr>
              <a:t>项目采用模块化设计，易于扩展和维护，是理想的任务管理解决方案。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2026-04-20T17:08:20Z</dcterms:created>
  <dcterms:modified xsi:type="dcterms:W3CDTF">2026-04-20T17:08:20Z</dcterms:modified>
</cp:coreProperties>
</file>