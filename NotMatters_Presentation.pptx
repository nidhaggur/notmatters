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66092"/>
                </a:solidFill>
              </a:rPr>
              <a:t>事项提示器（NotMatters）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48DD4"/>
                </a:solidFill>
              </a:rPr>
              <a:t>基于Django的任务管理和提醒系统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版本: 1.0.0 | 最后更新: 2026-04-13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项目概述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事项提示器是一个基于Django的任务管理和提醒系统，提供：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实时提醒功能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任务管理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统计分析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多用户支持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数据导出
</a:t>
            </a:r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个性化设置
</a:t>
            </a:r>
            <a:pPr indent="0" marL="0">
              <a:lnSpc>
                <a:spcPts val="130"/>
              </a:lnSpc>
              <a:buNone/>
            </a:pPr>
            <a:endParaRPr lang="en-US" sz="1600" dirty="0"/>
          </a:p>
          <a:p>
            <a:pPr indent="0" marL="0">
              <a:lnSpc>
                <a:spcPts val="13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系统旨在帮助用户更好地管理和跟踪任务，提高工作效率。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技术栈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8DD4"/>
                </a:solidFill>
              </a:rPr>
              <a:t>前端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HTML5 + CSS3 + JavaScript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Bootstrap 5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Chart.js（数据可视化）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WebSocket（实时提醒）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8DD4"/>
                </a:solidFill>
              </a:rPr>
              <a:t>后端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Django 5.2.3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Python 3.11+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Django Channels（WebSocket支持）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Daphne（ASGI服务器）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MySQL（数据库）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JWT（认证）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项目结构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NotMatters/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NotMatters/            # 项目配置目录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task_reminder/        # 任务提醒应用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templates/            # 模板文件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static/               # 静态文件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media/                # 媒体文件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migrations/           # 数据库迁移文件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├── manage.py             # 项目管理脚本
</a:t>
            </a:r>
            <a:pPr indent="0" marL="0">
              <a:lnSpc>
                <a:spcPts val="12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└── requirements.txt      # Python依赖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核心功能 - 用户管理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用户注册、登录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JWT认证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用户头像上传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账户切换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核心功能 - 任务管理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创建、编辑、删除任务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任务优先级设置（高、中、低）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任务状态管理（待办、进行中、已完成）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任务标签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任务进度节点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核心功能 - 提醒系统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实时提醒（WebSocket）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多种提醒周期（一次性、每天、每周、每月、每年、自定义）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提醒音效设置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邮件提醒（显示在浏览器控制台）
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核心功能 - 统计分析 &amp; 数据导出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统计分析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任务完成率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任务状态分布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任务优先级分布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任务创建趋势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标签分布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每日任务完成数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管理员统计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数据导出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CSV格式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JSON格式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Excel格式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核心功能 - 个性化设置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主题切换（浅色/深色）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语言切换（中文/英文）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音量设置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响铃时长设置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日期时间设置（时区、日期格式、时间格式）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数据库设计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1. User（Django内置）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id: 主键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username: 用户名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password: 密码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email: 邮箱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first_name: 名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last_name: 姓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2. UserProfile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id: 主键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user: 外键（User）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avatar: 头像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reminder_sound: 提醒音效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3. Task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id: 主键 | user: 外键（User）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title: 标题 | description: 描述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priority: 优先级 | due_date: 截止时间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status: 状态 | reminder_time: 提醒时间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reminder_period: 提醒周期 | tags: 标签
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安装部署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环境要求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Python 3.11+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MySQL 5.7+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pip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安装步骤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克隆项目：git clone &lt;项目地址&gt;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安装依赖：pip install -r requirements.txt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配置数据库：修改 my.cnf 文件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数据库迁移：python manage.py migrate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收集静态文件：python manage.py collectstatic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创建超级用户：python manage.py createsuperuser
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运行项目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开发模式（支持WebSocket）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</a:rPr>
              <a:t>python -m daphne -b 127.0.0.1 -p 8000 NotMatters.asgi:application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开发模式（不支持WebSocket）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</a:rPr>
              <a:t>python manage.py runserver 8000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3. 访问项目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</a:rPr>
              <a:t>打开浏览器访问：http://localhost:8000/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使用指南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1. 注册登录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访问首页点击「注册」按钮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填写注册信息并提交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使用注册的账号登录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2. 任务管理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点击「添加任务」按钮创建任务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点击任务查看详情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点击「编辑」按钮修改任务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点击「删除」按钮删除任务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3. 提醒设置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设置提醒时间和周期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上传自定义提醒音效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任务到期时会收到实时提醒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4. 统计与设置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5720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点击「统计」查看个人统计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点击「设置」进入设置页面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切换主题、语言、调整音量等
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管理员功能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超级管理员登录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使用创建的超级用户账号登录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登录后会看到「超级管理员面板」选项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系统统计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查看总用户数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查看系统任务完成率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查看用户任务分布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查看任务完成趋势
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技术特点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1. 实时提醒：使用WebSocket实现实时提醒，无延迟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2. 响应式设计：适配不同设备屏幕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3. 国际化支持：支持中英文切换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4. 数据可视化：使用Chart.js展示统计数据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5. 安全性：使用JWT认证，密码加密存储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6. 可扩展性：模块化设计，易于添加新功能
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常见问题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1. 提醒不工作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检查浏览器是否支持WebSocket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确保Daphne服务器正在运行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检查任务的提醒时间设置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2. 静态文件加载失败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运行 python manage.py collectstatic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确保WhiteNoise配置正确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3. 数据库连接失败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检查MySQL服务是否运行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检查 my.cnf 中的连接信息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4. 头像上传失败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572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检查media目录权限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确保Pillow已安装
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开发与扩展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1. 添加新功能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在 task_reminder/views.py 中添加新视图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在 task_reminder/urls.py 中添加新URL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在 templates/task_reminder/ 中添加新模板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2. 数据库模型扩展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在 task_reminder/models.py 中修改模型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运行 python manage.py makemigrations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运行 python manage.py migrate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DD4"/>
                </a:solidFill>
              </a:rPr>
              <a:t>3. 前端开发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静态文件位于 static/ 目录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JavaScript文件位于 static/js/ 目录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CSS文件位于 static/css/ 目录
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092"/>
                </a:solidFill>
              </a:rPr>
              <a:t>项目总结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事项提示器（NotMatters）是一个功能完整的任务管理和提醒系统，具有以下优势：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实时提醒功能，确保任务不会被遗忘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全面的任务管理功能，满足各种需求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丰富的统计分析，帮助用户了解任务完成情况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个性化设置，提供良好的用户体验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响应式设计，适配不同设备
</a:t>
            </a:r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国际化支持，满足不同语言用户
</a:t>
            </a:r>
            <a:pPr indent="0" marL="0">
              <a:lnSpc>
                <a:spcPts val="140"/>
              </a:lnSpc>
              <a:buNone/>
            </a:pPr>
            <a:endParaRPr lang="en-US" sz="16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项目采用模块化设计，易于扩展和维护，是一个理想的任务管理解决方案。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2026-04-20T16:57:53Z</dcterms:created>
  <dcterms:modified xsi:type="dcterms:W3CDTF">2026-04-20T16:57:53Z</dcterms:modified>
</cp:coreProperties>
</file>